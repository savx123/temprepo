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12591-4860-4F74-A836-66EEFD3A5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68D9A3-F71A-4C44-8476-BBFEFFFDE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9D3FBD-3F9E-4E43-BB20-8C11E3D9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83CE7D-4E40-40CF-9F2D-51DA41673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F9E65F-576D-47E9-8B46-AE4E84E5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36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C9C6E-B1DC-4D27-A481-F9C6332C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E8CBD0-EB49-436B-AF9B-B74229F73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2B1A13-2CD9-46CD-BE8B-2D8523EF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CFCB5-5069-4436-860E-2FB6A00F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5790E-426D-46DF-8FDF-6D145EB9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71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6CB9E-90ED-488C-A03F-14F06F11D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74860E-DB1E-4A05-85DE-6DA77D210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83A2F-03CC-438B-B79C-3C974456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46D525-B292-4E09-813F-97A849FB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B1D317-85C2-4B38-859A-F6AF8BB7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124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0882E-E202-42F3-8449-D1E3B66E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306E6-6B50-4E15-BF66-D701F594C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094C91-E6C7-4E75-A220-9C4BEE25C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2C55A5-18CE-4ADB-83F1-DCFEFD7D2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93EA29-232B-4F47-BE30-F0351059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5146C4-E49E-4AAA-B296-58296F7A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49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C9500-0895-4190-A97E-58C0234F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74564C-EE8D-40C9-9251-7F40FB2F1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CE1058-4E8F-4584-B508-CEEC8B787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D5B1F9-59C7-422D-B92B-9917824C1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5EBE42-C3CC-41E3-B2A7-404F848B0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E9D2B8-8FDB-4C26-A441-729AE77A0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511961-50E8-4D5B-8341-E8DE781F6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9B668-7FF4-4EB7-A1C2-47F44F369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596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7FACA-FE39-49F3-948C-08078AA0E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A59CE5-EFE7-4338-A005-CDFC165C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8B9A0E-C571-4686-B6F3-15196351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8BAD66-DC38-4714-A4A9-4AA2B480C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46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BBCAFB-2381-417B-A2BC-8B00D0F0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A748D3-32FB-402B-800B-B03C4B8E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542573-3A0A-4E0D-B251-A0CE740B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71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A2746-C361-4FA9-906A-E6923FC40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9CC201-87AC-4895-A39F-6D5032BB4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65A0A6-3120-489C-9F9E-95A0BFC97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AD3D25-66C8-4EB9-9AD6-356CB54B3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6A67AF-E69F-4CFC-9B97-D293D968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005FB9-2340-4B3E-BFA2-C688B46EE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84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5B042-78C3-47C8-B362-B90CEFF4F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25A725-1472-4E7D-B11E-1A0689B0C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ED728D-C0B7-4AB6-BFE7-8A672D519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0517A6-FEEC-42C1-BD18-36F06D369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4D1DE3-7FFF-4AA1-A7EE-75ED348B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617B3D-7942-4138-A9B6-D01BC212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045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3A764-580E-43B1-A201-012B6F1B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57084C-F4EC-41C0-B0E7-AC2663E01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9D8324-89BC-4EF5-8EEC-7A773CE6C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245C48-D96C-40E6-A52A-9A61DA45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1092AD-555D-44B3-8A8C-C8C1CCAE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10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1E5D8B-03C9-46E8-8E34-28CEBADC8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FEF834-D286-4EDB-8D34-29C4D5284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0D5099-482E-405F-A995-A5D88A73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7CD19D-736B-489F-984A-97BA60C6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0B5198-4EAA-486A-90AA-C434A124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282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DE96E0-816F-41D4-982A-DA9C7E74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4DE6F5-3586-436B-8583-737E3CD22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3CAEAF-980A-43AC-BC3A-4CA300EA2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67834-90C6-4C32-B7C0-38F618874D0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50E6BD-4578-453B-A4D6-DE2A7AD41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C6832D-C366-4EF0-AEE9-2AAF341BC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962CA-E510-4BB1-AD22-40C82AE21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32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B17954E-1474-4D99-A44F-76C21048B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69" y="1590418"/>
            <a:ext cx="6716062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96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B7F4D56-5298-4054-976E-071535933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90" y="1166497"/>
            <a:ext cx="6954220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0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647B86-2CFB-487E-A0D6-60F0AEAAB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99" y="200915"/>
            <a:ext cx="3353268" cy="30388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07E7FDD-C744-45E6-BAC5-AEF523E43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99" y="3354502"/>
            <a:ext cx="3324689" cy="19243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4AAA8B-347A-46BA-9C18-129FB01B3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780" y="2944115"/>
            <a:ext cx="6468378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7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5CF6AE1-898A-487F-8A08-3842FA230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462" y="593361"/>
            <a:ext cx="5915851" cy="20767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A9D8ED7-B29B-4A37-851B-BDE7FE487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462" y="2826635"/>
            <a:ext cx="5544324" cy="14289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17EF1D9-3ACB-4FE0-BCC5-DC2E10AD2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936" y="4412118"/>
            <a:ext cx="5553850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6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48C473-A6A3-4355-90D9-DA5482EB0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647" y="528645"/>
            <a:ext cx="7259063" cy="22482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851982-8B3A-472E-8C29-198DC640C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384" y="2928056"/>
            <a:ext cx="6992326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1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YUHAN</cp:lastModifiedBy>
  <cp:revision>4</cp:revision>
  <dcterms:created xsi:type="dcterms:W3CDTF">2026-06-04T05:41:42Z</dcterms:created>
  <dcterms:modified xsi:type="dcterms:W3CDTF">2026-06-04T06:16:53Z</dcterms:modified>
</cp:coreProperties>
</file>